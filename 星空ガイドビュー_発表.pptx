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3" r:id="rId9"/>
    <p:sldId id="262" r:id="rId10"/>
    <p:sldId id="260" r:id="rId11"/>
    <p:sldId id="261" r:id="rId1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28B6809-5698-4DFD-84EA-D7648FA5279F}" v="5" dt="2026-07-14T15:39:02.17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1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村田 聖希(zeal23410141)" userId="c116986b-c91e-4337-a6dc-ec76c3fcb96e" providerId="ADAL" clId="{E41CABCF-2205-4A2C-8345-3AFEEE13842A}"/>
    <pc:docChg chg="addSld modSld">
      <pc:chgData name="村田 聖希(zeal23410141)" userId="c116986b-c91e-4337-a6dc-ec76c3fcb96e" providerId="ADAL" clId="{E41CABCF-2205-4A2C-8345-3AFEEE13842A}" dt="2026-07-14T15:39:02.161" v="4"/>
      <pc:docMkLst>
        <pc:docMk/>
      </pc:docMkLst>
      <pc:sldChg chg="addSp modSp">
        <pc:chgData name="村田 聖希(zeal23410141)" userId="c116986b-c91e-4337-a6dc-ec76c3fcb96e" providerId="ADAL" clId="{E41CABCF-2205-4A2C-8345-3AFEEE13842A}" dt="2026-07-14T14:50:54.263" v="0" actId="33987"/>
        <pc:sldMkLst>
          <pc:docMk/>
          <pc:sldMk cId="832582821" sldId="256"/>
        </pc:sldMkLst>
        <pc:spChg chg="add mod">
          <ac:chgData name="村田 聖希(zeal23410141)" userId="c116986b-c91e-4337-a6dc-ec76c3fcb96e" providerId="ADAL" clId="{E41CABCF-2205-4A2C-8345-3AFEEE13842A}" dt="2026-07-14T14:50:54.263" v="0" actId="33987"/>
          <ac:spMkLst>
            <pc:docMk/>
            <pc:sldMk cId="832582821" sldId="256"/>
            <ac:spMk id="6" creationId="{23C82BC0-6DFF-56DF-A474-D04454E27433}"/>
          </ac:spMkLst>
        </pc:spChg>
      </pc:sldChg>
      <pc:sldChg chg="modSp add">
        <pc:chgData name="村田 聖希(zeal23410141)" userId="c116986b-c91e-4337-a6dc-ec76c3fcb96e" providerId="ADAL" clId="{E41CABCF-2205-4A2C-8345-3AFEEE13842A}" dt="2026-07-14T15:37:21.589" v="3"/>
        <pc:sldMkLst>
          <pc:docMk/>
          <pc:sldMk cId="1546139662" sldId="262"/>
        </pc:sldMkLst>
        <pc:spChg chg="mod">
          <ac:chgData name="村田 聖希(zeal23410141)" userId="c116986b-c91e-4337-a6dc-ec76c3fcb96e" providerId="ADAL" clId="{E41CABCF-2205-4A2C-8345-3AFEEE13842A}" dt="2026-07-14T15:37:21.589" v="3"/>
          <ac:spMkLst>
            <pc:docMk/>
            <pc:sldMk cId="1546139662" sldId="262"/>
            <ac:spMk id="10" creationId="{98650158-30ED-94F1-F356-735055E2F3F6}"/>
          </ac:spMkLst>
        </pc:spChg>
      </pc:sldChg>
      <pc:sldChg chg="add">
        <pc:chgData name="村田 聖希(zeal23410141)" userId="c116986b-c91e-4337-a6dc-ec76c3fcb96e" providerId="ADAL" clId="{E41CABCF-2205-4A2C-8345-3AFEEE13842A}" dt="2026-07-14T15:39:02.161" v="4"/>
        <pc:sldMkLst>
          <pc:docMk/>
          <pc:sldMk cId="1202581460" sldId="263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1FA84DC-20B5-501A-0D48-AEB2A48F6D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B778350F-E2A3-5D40-A003-EC6D6CF481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7990D81-E857-0001-B5DF-B7FE5636AA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AD86BC-DFDD-4977-AE2E-84DEC129BCE5}" type="datetimeFigureOut">
              <a:rPr kumimoji="1" lang="ja-JP" altLang="en-US" smtClean="0"/>
              <a:t>2026/7/15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66BF6F9-6858-A231-F15D-FD3B566832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21F5AEE-DC58-4A41-8040-0A094E0A7E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1CF45-C2FB-410B-B094-3E0A94F7579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02255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75202BD-4BF4-62DA-9E02-07BF48BA8D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8AA1B16-86DA-424F-0F5B-00C02249DE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0A92C09-898B-F9D0-F381-9DB90AE09F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AD86BC-DFDD-4977-AE2E-84DEC129BCE5}" type="datetimeFigureOut">
              <a:rPr kumimoji="1" lang="ja-JP" altLang="en-US" smtClean="0"/>
              <a:t>2026/7/15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83D94CA-5F3C-F547-467A-C45375947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6C51308-B77F-F8BF-C7DD-25580E2DF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1CF45-C2FB-410B-B094-3E0A94F7579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277101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858DDE5-1323-823E-5129-45DE7BC707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523992B-583C-1FDF-9BBE-8123A787F5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E13BDDA-E76C-C5D3-0235-C2CFE3D51B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AD86BC-DFDD-4977-AE2E-84DEC129BCE5}" type="datetimeFigureOut">
              <a:rPr kumimoji="1" lang="ja-JP" altLang="en-US" smtClean="0"/>
              <a:t>2026/7/15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C4B2B82-1D02-D28A-8A6E-4E466430DE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008F034-DD71-A536-F292-C405A5BBE4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1CF45-C2FB-410B-B094-3E0A94F7579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036083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1A0BC95-86EB-C2D3-A5DE-82041F35D1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EB986EC-8CBC-59C4-AB3A-1FB37315F5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D3CB3F48-3D15-D41A-5E26-0A1FAABB80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D99535A-BB5A-F7AB-AA04-B964641AFB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AD86BC-DFDD-4977-AE2E-84DEC129BCE5}" type="datetimeFigureOut">
              <a:rPr kumimoji="1" lang="ja-JP" altLang="en-US" smtClean="0"/>
              <a:t>2026/7/15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AB96EFE-9ABE-170B-BE93-E4A705344A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4EB23F9-D532-50DA-72C7-81BFD0778F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1CF45-C2FB-410B-B094-3E0A94F7579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903502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E7E9823-23ED-014E-17BE-68EB5FC191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1098437-ED38-1CE1-561E-3C7842AD2F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214D247-D8E4-887B-FB2C-AAE551F083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795004A0-7BFC-9445-3E83-B09EFF79AB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11C977AC-FEDE-8BFD-6185-84D845ECD6E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DAEB6E5C-5824-BD62-F5EF-61B5FE48D6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AD86BC-DFDD-4977-AE2E-84DEC129BCE5}" type="datetimeFigureOut">
              <a:rPr kumimoji="1" lang="ja-JP" altLang="en-US" smtClean="0"/>
              <a:t>2026/7/15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C79011ED-EADA-E12D-2558-400A9A95EC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E27F103F-7DF9-E3B2-E2C8-6500EB4B33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1CF45-C2FB-410B-B094-3E0A94F7579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168113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B910552-93A2-9E1A-2948-C4203A1270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10E6B3B6-A3D7-5B9B-B108-7E4CB38507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AD86BC-DFDD-4977-AE2E-84DEC129BCE5}" type="datetimeFigureOut">
              <a:rPr kumimoji="1" lang="ja-JP" altLang="en-US" smtClean="0"/>
              <a:t>2026/7/15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4CF23156-A1F8-52B4-EA00-60348E9CBA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B24FE595-14C9-7FFE-C151-DA86D0BDF9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1CF45-C2FB-410B-B094-3E0A94F7579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25510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0B195AD4-4E4F-9170-B2B0-88D845177E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AD86BC-DFDD-4977-AE2E-84DEC129BCE5}" type="datetimeFigureOut">
              <a:rPr kumimoji="1" lang="ja-JP" altLang="en-US" smtClean="0"/>
              <a:t>2026/7/15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5A7D650D-B480-5FB0-6397-02C70E8572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FB85C0EB-2840-D9A2-1209-D087BDEF2C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1CF45-C2FB-410B-B094-3E0A94F7579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45003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5687787-720B-7A6D-5BC2-4098F1E321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2A0E91F-C84B-77FB-BB27-9307827580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7F2F0E68-3778-8514-B76C-F6C9984AD0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AE23F23-DF6E-24F7-80D4-1D157EEF8E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AD86BC-DFDD-4977-AE2E-84DEC129BCE5}" type="datetimeFigureOut">
              <a:rPr kumimoji="1" lang="ja-JP" altLang="en-US" smtClean="0"/>
              <a:t>2026/7/15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F09CBFE-837F-A812-B210-7F1E31E296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C853071-99F5-0747-6170-2E34DCC10F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1CF45-C2FB-410B-B094-3E0A94F7579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463865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A403080-D507-AC98-FB03-138900E349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05CFF3AD-9F1C-CB17-00D8-C6363025927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EC9B4A94-DB58-701C-373F-1EDDE71B41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CE104A3-FAD1-8AB5-11F5-FC271D4CF1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AD86BC-DFDD-4977-AE2E-84DEC129BCE5}" type="datetimeFigureOut">
              <a:rPr kumimoji="1" lang="ja-JP" altLang="en-US" smtClean="0"/>
              <a:t>2026/7/15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F6DB4A7-ADD2-8259-A6D4-B321CB59F4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D80EF4E-0978-C955-FE01-A22CABE02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1CF45-C2FB-410B-B094-3E0A94F7579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43998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F55063A-9AD0-0544-5E3D-3396A466FB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CDE7FCE7-FBBB-FDF8-9284-E33EA44700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4F6338F-E5CD-5B57-D98B-1E60D8E249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AD86BC-DFDD-4977-AE2E-84DEC129BCE5}" type="datetimeFigureOut">
              <a:rPr kumimoji="1" lang="ja-JP" altLang="en-US" smtClean="0"/>
              <a:t>2026/7/15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DEA1F01-33E7-958F-1194-D2D1BAEB16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4FA31E1-BED0-463E-6813-9A8918B2B7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1CF45-C2FB-410B-B094-3E0A94F7579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520203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656CE472-E475-59E4-FC32-16EF66D27DE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2B4CED9-3911-0723-B981-65456B3215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000870D-2E4E-BDF5-D5C0-AE878C4B42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AD86BC-DFDD-4977-AE2E-84DEC129BCE5}" type="datetimeFigureOut">
              <a:rPr kumimoji="1" lang="ja-JP" altLang="en-US" smtClean="0"/>
              <a:t>2026/7/15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3082CE4-F1BF-EE64-B3B8-D6919CC1A1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7593CD6-78DF-F06F-5C81-759165EB6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1CF45-C2FB-410B-B094-3E0A94F7579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68587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058E247D-A725-CAD9-4928-DE5B66C511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DE990D8-0D7C-5458-6B3D-CE8A068927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9DCB303-ACD1-17FC-F0E4-87404A7C20F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AD86BC-DFDD-4977-AE2E-84DEC129BCE5}" type="datetimeFigureOut">
              <a:rPr kumimoji="1" lang="ja-JP" altLang="en-US" smtClean="0"/>
              <a:t>2026/7/15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83B33AC-1A87-CF30-3FA1-537B845A29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FEE1952-4915-64D8-E470-031E776F5E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B91CF45-C2FB-410B-B094-3E0A94F7579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764169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7C5EC50D-4EA2-21C8-BBB5-A3B61CDAAB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8" y="-1"/>
            <a:ext cx="12185522" cy="6858000"/>
          </a:xfrm>
          <a:prstGeom prst="rect">
            <a:avLst/>
          </a:prstGeom>
        </p:spPr>
      </p:pic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23C82BC0-6DFF-56DF-A474-D04454E27433}"/>
              </a:ext>
            </a:extLst>
          </p:cNvPr>
          <p:cNvSpPr/>
          <p:nvPr/>
        </p:nvSpPr>
        <p:spPr>
          <a:xfrm>
            <a:off x="2925901" y="2921168"/>
            <a:ext cx="6340198" cy="101566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ja-JP" altLang="en-US" sz="6000" b="1" cap="none" spc="0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HackGen35 Console" panose="020B0503020203020207" pitchFamily="50" charset="-128"/>
                <a:ea typeface="HackGen35 Console" panose="020B0503020203020207" pitchFamily="50" charset="-128"/>
                <a:cs typeface="HackGen35 Console" panose="020B0503020203020207" pitchFamily="50" charset="-128"/>
              </a:rPr>
              <a:t>星空ガイドビュー</a:t>
            </a:r>
          </a:p>
        </p:txBody>
      </p:sp>
    </p:spTree>
    <p:extLst>
      <p:ext uri="{BB962C8B-B14F-4D97-AF65-F5344CB8AC3E}">
        <p14:creationId xmlns:p14="http://schemas.microsoft.com/office/powerpoint/2010/main" val="8325828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DCEBAB-6EFF-3B13-24E0-1087DD5FC8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BCD5B755-2AB5-6139-F1F7-492529AB2B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CFA4CE0B-3F83-3433-2301-53E450127297}"/>
              </a:ext>
            </a:extLst>
          </p:cNvPr>
          <p:cNvSpPr/>
          <p:nvPr/>
        </p:nvSpPr>
        <p:spPr>
          <a:xfrm>
            <a:off x="3293791" y="2459504"/>
            <a:ext cx="5604418" cy="193899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ja-JP" altLang="en-US" sz="6000" b="1" cap="none" spc="0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HackGen35 Console" panose="020B0503020203020207" pitchFamily="50" charset="-128"/>
                <a:ea typeface="HackGen35 Console" panose="020B0503020203020207" pitchFamily="50" charset="-128"/>
                <a:cs typeface="HackGen35 Console" panose="020B0503020203020207" pitchFamily="50" charset="-128"/>
              </a:rPr>
              <a:t>星座をみつけて</a:t>
            </a:r>
            <a:br>
              <a:rPr lang="en-US" altLang="ja-JP" sz="6000" b="1" cap="none" spc="0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HackGen35 Console" panose="020B0503020203020207" pitchFamily="50" charset="-128"/>
                <a:ea typeface="HackGen35 Console" panose="020B0503020203020207" pitchFamily="50" charset="-128"/>
                <a:cs typeface="HackGen35 Console" panose="020B0503020203020207" pitchFamily="50" charset="-128"/>
              </a:rPr>
            </a:br>
            <a:r>
              <a:rPr lang="ja-JP" altLang="en-US" sz="6000" b="1" cap="none" spc="0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HackGen35 Console" panose="020B0503020203020207" pitchFamily="50" charset="-128"/>
                <a:ea typeface="HackGen35 Console" panose="020B0503020203020207" pitchFamily="50" charset="-128"/>
                <a:cs typeface="HackGen35 Console" panose="020B0503020203020207" pitchFamily="50" charset="-128"/>
              </a:rPr>
              <a:t>図鑑を埋める</a:t>
            </a:r>
          </a:p>
        </p:txBody>
      </p:sp>
    </p:spTree>
    <p:extLst>
      <p:ext uri="{BB962C8B-B14F-4D97-AF65-F5344CB8AC3E}">
        <p14:creationId xmlns:p14="http://schemas.microsoft.com/office/powerpoint/2010/main" val="22057934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E816A4-0B09-E773-04FA-89457905DA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969E57C8-8728-2DCE-69AC-B5DEAA676D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6617A1ED-A38A-B5D1-B4F1-205537F1BEAE}"/>
              </a:ext>
            </a:extLst>
          </p:cNvPr>
          <p:cNvSpPr/>
          <p:nvPr/>
        </p:nvSpPr>
        <p:spPr>
          <a:xfrm>
            <a:off x="4455166" y="2921168"/>
            <a:ext cx="3281668" cy="101566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ja-JP" altLang="en-US" sz="6000" b="1" cap="none" spc="0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HackGen35 Console" panose="020B0503020203020207" pitchFamily="50" charset="-128"/>
                <a:ea typeface="HackGen35 Console" panose="020B0503020203020207" pitchFamily="50" charset="-128"/>
                <a:cs typeface="HackGen35 Console" panose="020B0503020203020207" pitchFamily="50" charset="-128"/>
              </a:rPr>
              <a:t>実機説明</a:t>
            </a:r>
          </a:p>
        </p:txBody>
      </p:sp>
    </p:spTree>
    <p:extLst>
      <p:ext uri="{BB962C8B-B14F-4D97-AF65-F5344CB8AC3E}">
        <p14:creationId xmlns:p14="http://schemas.microsoft.com/office/powerpoint/2010/main" val="31535421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369F7C-C29E-1840-5FD3-0EA18AF769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384770EC-04E8-BBCA-F6A2-B9F8D64B15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65945AF9-2293-495B-6D62-236D43AE49C8}"/>
              </a:ext>
            </a:extLst>
          </p:cNvPr>
          <p:cNvSpPr/>
          <p:nvPr/>
        </p:nvSpPr>
        <p:spPr>
          <a:xfrm>
            <a:off x="290729" y="612324"/>
            <a:ext cx="7152920" cy="101566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ja-JP" altLang="en-US" sz="6000" b="1" cap="none" spc="0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HackGen35 Console" panose="020B0503020203020207" pitchFamily="50" charset="-128"/>
                <a:ea typeface="HackGen35 Console" panose="020B0503020203020207" pitchFamily="50" charset="-128"/>
                <a:cs typeface="HackGen35 Console" panose="020B0503020203020207" pitchFamily="50" charset="-128"/>
              </a:rPr>
              <a:t>星のデータについて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368F042F-09D0-71CA-74DA-09DC7FD61B8E}"/>
              </a:ext>
            </a:extLst>
          </p:cNvPr>
          <p:cNvSpPr/>
          <p:nvPr/>
        </p:nvSpPr>
        <p:spPr>
          <a:xfrm>
            <a:off x="1147209" y="1975337"/>
            <a:ext cx="4948791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ja-JP" sz="4400" b="1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HackGen35 Console" panose="020B0503020203020207" pitchFamily="50" charset="-128"/>
                <a:ea typeface="HackGen35 Console" panose="020B0503020203020207" pitchFamily="50" charset="-128"/>
                <a:cs typeface="HackGen35 Console" panose="020B0503020203020207" pitchFamily="50" charset="-128"/>
              </a:rPr>
              <a:t>Star</a:t>
            </a:r>
            <a:r>
              <a:rPr lang="ja-JP" altLang="en-US" sz="4400" b="1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HackGen35 Console" panose="020B0503020203020207" pitchFamily="50" charset="-128"/>
                <a:ea typeface="HackGen35 Console" panose="020B0503020203020207" pitchFamily="50" charset="-128"/>
                <a:cs typeface="HackGen35 Console" panose="020B0503020203020207" pitchFamily="50" charset="-128"/>
              </a:rPr>
              <a:t>クラスで管理</a:t>
            </a:r>
            <a:endParaRPr lang="ja-JP" altLang="en-US" sz="4400" b="1" cap="none" spc="0" dirty="0">
              <a:ln w="0"/>
              <a:solidFill>
                <a:schemeClr val="bg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HackGen35 Console" panose="020B0503020203020207" pitchFamily="50" charset="-128"/>
              <a:ea typeface="HackGen35 Console" panose="020B0503020203020207" pitchFamily="50" charset="-128"/>
              <a:cs typeface="HackGen35 Console" panose="020B0503020203020207" pitchFamily="50" charset="-128"/>
            </a:endParaRP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ED2B1974-FA57-FC30-1007-F1FEA8F2D946}"/>
              </a:ext>
            </a:extLst>
          </p:cNvPr>
          <p:cNvSpPr/>
          <p:nvPr/>
        </p:nvSpPr>
        <p:spPr>
          <a:xfrm>
            <a:off x="1807573" y="2659559"/>
            <a:ext cx="9700092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ja-JP" sz="4400" b="1" cap="none" spc="0" dirty="0" err="1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HackGen35 Console" panose="020B0503020203020207" pitchFamily="50" charset="-128"/>
                <a:ea typeface="HackGen35 Console" panose="020B0503020203020207" pitchFamily="50" charset="-128"/>
                <a:cs typeface="HackGen35 Console" panose="020B0503020203020207" pitchFamily="50" charset="-128"/>
              </a:rPr>
              <a:t>id,name,x,y,brightness,color</a:t>
            </a:r>
            <a:endParaRPr lang="ja-JP" altLang="en-US" sz="4400" b="1" cap="none" spc="0" dirty="0">
              <a:ln w="0"/>
              <a:solidFill>
                <a:schemeClr val="bg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HackGen35 Console" panose="020B0503020203020207" pitchFamily="50" charset="-128"/>
              <a:ea typeface="HackGen35 Console" panose="020B0503020203020207" pitchFamily="50" charset="-128"/>
              <a:cs typeface="HackGen35 Console" panose="020B0503020203020207" pitchFamily="50" charset="-128"/>
            </a:endParaRP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8E73E056-56EC-D4D8-A4A7-49CE314BCD28}"/>
              </a:ext>
            </a:extLst>
          </p:cNvPr>
          <p:cNvSpPr/>
          <p:nvPr/>
        </p:nvSpPr>
        <p:spPr>
          <a:xfrm>
            <a:off x="1147209" y="4416668"/>
            <a:ext cx="9703298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ja-JP" altLang="en-US" sz="4400" b="1" cap="none" spc="0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HackGen35 Console" panose="020B0503020203020207" pitchFamily="50" charset="-128"/>
                <a:ea typeface="HackGen35 Console" panose="020B0503020203020207" pitchFamily="50" charset="-128"/>
                <a:cs typeface="HackGen35 Console" panose="020B0503020203020207" pitchFamily="50" charset="-128"/>
              </a:rPr>
              <a:t>例 </a:t>
            </a:r>
            <a:r>
              <a:rPr lang="en-US" altLang="ja-JP" sz="4400" b="1" cap="none" spc="0" dirty="0" err="1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HackGen35 Console" panose="020B0503020203020207" pitchFamily="50" charset="-128"/>
                <a:ea typeface="HackGen35 Console" panose="020B0503020203020207" pitchFamily="50" charset="-128"/>
                <a:cs typeface="HackGen35 Console" panose="020B0503020203020207" pitchFamily="50" charset="-128"/>
              </a:rPr>
              <a:t>vega</a:t>
            </a:r>
            <a:r>
              <a:rPr lang="en-US" altLang="ja-JP" sz="4400" b="1" cap="none" spc="0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HackGen35 Console" panose="020B0503020203020207" pitchFamily="50" charset="-128"/>
                <a:ea typeface="HackGen35 Console" panose="020B0503020203020207" pitchFamily="50" charset="-128"/>
                <a:cs typeface="HackGen35 Console" panose="020B0503020203020207" pitchFamily="50" charset="-128"/>
              </a:rPr>
              <a:t>,</a:t>
            </a:r>
            <a:r>
              <a:rPr lang="ja-JP" altLang="en-US" sz="4400" b="1" cap="none" spc="0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HackGen35 Console" panose="020B0503020203020207" pitchFamily="50" charset="-128"/>
                <a:ea typeface="HackGen35 Console" panose="020B0503020203020207" pitchFamily="50" charset="-128"/>
                <a:cs typeface="HackGen35 Console" panose="020B0503020203020207" pitchFamily="50" charset="-128"/>
              </a:rPr>
              <a:t>ベガ</a:t>
            </a:r>
            <a:r>
              <a:rPr lang="en-US" altLang="ja-JP" sz="4400" b="1" cap="none" spc="0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HackGen35 Console" panose="020B0503020203020207" pitchFamily="50" charset="-128"/>
                <a:ea typeface="HackGen35 Console" panose="020B0503020203020207" pitchFamily="50" charset="-128"/>
                <a:cs typeface="HackGen35 Console" panose="020B0503020203020207" pitchFamily="50" charset="-128"/>
              </a:rPr>
              <a:t>,150,80,1.0,white</a:t>
            </a:r>
            <a:endParaRPr lang="ja-JP" altLang="en-US" sz="4400" b="1" cap="none" spc="0" dirty="0">
              <a:ln w="0"/>
              <a:solidFill>
                <a:schemeClr val="bg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HackGen35 Console" panose="020B0503020203020207" pitchFamily="50" charset="-128"/>
              <a:ea typeface="HackGen35 Console" panose="020B0503020203020207" pitchFamily="50" charset="-128"/>
              <a:cs typeface="HackGen35 Console" panose="020B0503020203020207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27864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B71BE7-0D44-6661-EFA6-AEAC79D814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851E3D34-C9F1-84BD-56B0-06A451A074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3FD81FFB-89EB-CF2E-3A5A-C0AD214B8C9C}"/>
              </a:ext>
            </a:extLst>
          </p:cNvPr>
          <p:cNvSpPr/>
          <p:nvPr/>
        </p:nvSpPr>
        <p:spPr>
          <a:xfrm>
            <a:off x="290729" y="612324"/>
            <a:ext cx="10559778" cy="101566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ja-JP" altLang="en-US" sz="6000" b="1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HackGen35 Console" panose="020B0503020203020207" pitchFamily="50" charset="-128"/>
                <a:ea typeface="HackGen35 Console" panose="020B0503020203020207" pitchFamily="50" charset="-128"/>
                <a:cs typeface="HackGen35 Console" panose="020B0503020203020207" pitchFamily="50" charset="-128"/>
              </a:rPr>
              <a:t>星座線</a:t>
            </a:r>
            <a:r>
              <a:rPr lang="ja-JP" altLang="en-US" sz="6000" b="1" cap="none" spc="0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HackGen35 Console" panose="020B0503020203020207" pitchFamily="50" charset="-128"/>
                <a:ea typeface="HackGen35 Console" panose="020B0503020203020207" pitchFamily="50" charset="-128"/>
                <a:cs typeface="HackGen35 Console" panose="020B0503020203020207" pitchFamily="50" charset="-128"/>
              </a:rPr>
              <a:t>のデータについて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EEFF131D-3290-D13A-1EFD-BCB0E250BC78}"/>
              </a:ext>
            </a:extLst>
          </p:cNvPr>
          <p:cNvSpPr/>
          <p:nvPr/>
        </p:nvSpPr>
        <p:spPr>
          <a:xfrm>
            <a:off x="1147209" y="1975337"/>
            <a:ext cx="10360456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altLang="ja-JP" sz="4400" b="1" dirty="0" err="1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HackGen35 Console" panose="020B0503020203020207" pitchFamily="50" charset="-128"/>
                <a:ea typeface="HackGen35 Console" panose="020B0503020203020207" pitchFamily="50" charset="-128"/>
                <a:cs typeface="HackGen35 Console" panose="020B0503020203020207" pitchFamily="50" charset="-128"/>
              </a:rPr>
              <a:t>ConstellationEdge</a:t>
            </a:r>
            <a:r>
              <a:rPr lang="ja-JP" altLang="en-US" sz="4400" b="1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HackGen35 Console" panose="020B0503020203020207" pitchFamily="50" charset="-128"/>
                <a:ea typeface="HackGen35 Console" panose="020B0503020203020207" pitchFamily="50" charset="-128"/>
                <a:cs typeface="HackGen35 Console" panose="020B0503020203020207" pitchFamily="50" charset="-128"/>
              </a:rPr>
              <a:t>クラスで管理</a:t>
            </a:r>
            <a:endParaRPr lang="ja-JP" altLang="en-US" sz="4400" b="1" cap="none" spc="0" dirty="0">
              <a:ln w="0"/>
              <a:solidFill>
                <a:schemeClr val="bg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HackGen35 Console" panose="020B0503020203020207" pitchFamily="50" charset="-128"/>
              <a:ea typeface="HackGen35 Console" panose="020B0503020203020207" pitchFamily="50" charset="-128"/>
              <a:cs typeface="HackGen35 Console" panose="020B0503020203020207" pitchFamily="50" charset="-128"/>
            </a:endParaRP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2B34DA63-6B8E-DA0A-F9C0-962BFC497BC7}"/>
              </a:ext>
            </a:extLst>
          </p:cNvPr>
          <p:cNvSpPr/>
          <p:nvPr/>
        </p:nvSpPr>
        <p:spPr>
          <a:xfrm>
            <a:off x="1801762" y="2666584"/>
            <a:ext cx="6981398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ja-JP" sz="4400" b="1" cap="none" spc="0" dirty="0" err="1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HackGen35 Console" panose="020B0503020203020207" pitchFamily="50" charset="-128"/>
                <a:ea typeface="HackGen35 Console" panose="020B0503020203020207" pitchFamily="50" charset="-128"/>
                <a:cs typeface="HackGen35 Console" panose="020B0503020203020207" pitchFamily="50" charset="-128"/>
              </a:rPr>
              <a:t>fromStarId</a:t>
            </a:r>
            <a:r>
              <a:rPr lang="en-US" altLang="ja-JP" sz="4400" b="1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HackGen35 Console" panose="020B0503020203020207" pitchFamily="50" charset="-128"/>
                <a:ea typeface="HackGen35 Console" panose="020B0503020203020207" pitchFamily="50" charset="-128"/>
                <a:cs typeface="HackGen35 Console" panose="020B0503020203020207" pitchFamily="50" charset="-128"/>
              </a:rPr>
              <a:t>, </a:t>
            </a:r>
            <a:r>
              <a:rPr lang="en-US" altLang="ja-JP" sz="4400" b="1" dirty="0" err="1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HackGen35 Console" panose="020B0503020203020207" pitchFamily="50" charset="-128"/>
                <a:ea typeface="HackGen35 Console" panose="020B0503020203020207" pitchFamily="50" charset="-128"/>
                <a:cs typeface="HackGen35 Console" panose="020B0503020203020207" pitchFamily="50" charset="-128"/>
              </a:rPr>
              <a:t>toStarId</a:t>
            </a:r>
            <a:endParaRPr lang="ja-JP" altLang="en-US" sz="4400" b="1" cap="none" spc="0" dirty="0">
              <a:ln w="0"/>
              <a:solidFill>
                <a:schemeClr val="bg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HackGen35 Console" panose="020B0503020203020207" pitchFamily="50" charset="-128"/>
              <a:ea typeface="HackGen35 Console" panose="020B0503020203020207" pitchFamily="50" charset="-128"/>
              <a:cs typeface="HackGen35 Console" panose="020B0503020203020207" pitchFamily="50" charset="-128"/>
            </a:endParaRP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C56A3995-7459-FF6A-D3A3-2B36594B00CC}"/>
              </a:ext>
            </a:extLst>
          </p:cNvPr>
          <p:cNvSpPr/>
          <p:nvPr/>
        </p:nvSpPr>
        <p:spPr>
          <a:xfrm>
            <a:off x="1147209" y="4416668"/>
            <a:ext cx="5849679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ja-JP" altLang="en-US" sz="4400" b="1" cap="none" spc="0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HackGen35 Console" panose="020B0503020203020207" pitchFamily="50" charset="-128"/>
                <a:ea typeface="HackGen35 Console" panose="020B0503020203020207" pitchFamily="50" charset="-128"/>
                <a:cs typeface="HackGen35 Console" panose="020B0503020203020207" pitchFamily="50" charset="-128"/>
              </a:rPr>
              <a:t>例 </a:t>
            </a:r>
            <a:r>
              <a:rPr lang="en-US" altLang="ja-JP" sz="4400" b="1" cap="none" spc="0" dirty="0" err="1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HackGen35 Console" panose="020B0503020203020207" pitchFamily="50" charset="-128"/>
                <a:ea typeface="HackGen35 Console" panose="020B0503020203020207" pitchFamily="50" charset="-128"/>
                <a:cs typeface="HackGen35 Console" panose="020B0503020203020207" pitchFamily="50" charset="-128"/>
              </a:rPr>
              <a:t>vega,lyra_zeta</a:t>
            </a:r>
            <a:endParaRPr lang="ja-JP" altLang="en-US" sz="4400" b="1" cap="none" spc="0" dirty="0">
              <a:ln w="0"/>
              <a:solidFill>
                <a:schemeClr val="bg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HackGen35 Console" panose="020B0503020203020207" pitchFamily="50" charset="-128"/>
              <a:ea typeface="HackGen35 Console" panose="020B0503020203020207" pitchFamily="50" charset="-128"/>
              <a:cs typeface="HackGen35 Console" panose="020B0503020203020207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2025814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143E48-7E9E-2EBB-FCA3-AB5D941E38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37EEEB96-39DB-9E46-B622-C3B63A151B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5A2C71C0-0B08-F0D9-6D02-28A1F652C4D4}"/>
              </a:ext>
            </a:extLst>
          </p:cNvPr>
          <p:cNvSpPr/>
          <p:nvPr/>
        </p:nvSpPr>
        <p:spPr>
          <a:xfrm>
            <a:off x="290730" y="612324"/>
            <a:ext cx="9419940" cy="101566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ja-JP" altLang="en-US" sz="6000" b="1" cap="none" spc="0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HackGen35 Console" panose="020B0503020203020207" pitchFamily="50" charset="-128"/>
                <a:ea typeface="HackGen35 Console" panose="020B0503020203020207" pitchFamily="50" charset="-128"/>
                <a:cs typeface="HackGen35 Console" panose="020B0503020203020207" pitchFamily="50" charset="-128"/>
              </a:rPr>
              <a:t>星座のデータについて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B24F7309-7BBD-6F74-B623-7ADBBFA31300}"/>
              </a:ext>
            </a:extLst>
          </p:cNvPr>
          <p:cNvSpPr/>
          <p:nvPr/>
        </p:nvSpPr>
        <p:spPr>
          <a:xfrm>
            <a:off x="1147209" y="1975337"/>
            <a:ext cx="9237218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altLang="ja-JP" sz="4400" b="1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HackGen35 Console" panose="020B0503020203020207" pitchFamily="50" charset="-128"/>
                <a:ea typeface="HackGen35 Console" panose="020B0503020203020207" pitchFamily="50" charset="-128"/>
                <a:cs typeface="HackGen35 Console" panose="020B0503020203020207" pitchFamily="50" charset="-128"/>
              </a:rPr>
              <a:t>Constellation</a:t>
            </a:r>
            <a:r>
              <a:rPr lang="ja-JP" altLang="en-US" sz="4400" b="1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HackGen35 Console" panose="020B0503020203020207" pitchFamily="50" charset="-128"/>
                <a:ea typeface="HackGen35 Console" panose="020B0503020203020207" pitchFamily="50" charset="-128"/>
                <a:cs typeface="HackGen35 Console" panose="020B0503020203020207" pitchFamily="50" charset="-128"/>
              </a:rPr>
              <a:t>クラスで管理</a:t>
            </a:r>
            <a:endParaRPr lang="ja-JP" altLang="en-US" sz="4400" b="1" cap="none" spc="0" dirty="0">
              <a:ln w="0"/>
              <a:solidFill>
                <a:schemeClr val="bg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HackGen35 Console" panose="020B0503020203020207" pitchFamily="50" charset="-128"/>
              <a:ea typeface="HackGen35 Console" panose="020B0503020203020207" pitchFamily="50" charset="-128"/>
              <a:cs typeface="HackGen35 Console" panose="020B0503020203020207" pitchFamily="50" charset="-128"/>
            </a:endParaRP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98650158-30ED-94F1-F356-735055E2F3F6}"/>
              </a:ext>
            </a:extLst>
          </p:cNvPr>
          <p:cNvSpPr/>
          <p:nvPr/>
        </p:nvSpPr>
        <p:spPr>
          <a:xfrm>
            <a:off x="2317333" y="2659559"/>
            <a:ext cx="9700091" cy="280076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altLang="ja-JP" sz="4400" b="1" cap="none" spc="0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HackGen35 Console" panose="020B0503020203020207" pitchFamily="50" charset="-128"/>
                <a:ea typeface="HackGen35 Console" panose="020B0503020203020207" pitchFamily="50" charset="-128"/>
                <a:cs typeface="HackGen35 Console" panose="020B0503020203020207" pitchFamily="50" charset="-128"/>
              </a:rPr>
              <a:t>id, name, description,</a:t>
            </a:r>
            <a:br>
              <a:rPr lang="en-US" altLang="ja-JP" sz="4400" b="1" cap="none" spc="0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HackGen35 Console" panose="020B0503020203020207" pitchFamily="50" charset="-128"/>
                <a:ea typeface="HackGen35 Console" panose="020B0503020203020207" pitchFamily="50" charset="-128"/>
                <a:cs typeface="HackGen35 Console" panose="020B0503020203020207" pitchFamily="50" charset="-128"/>
              </a:rPr>
            </a:br>
            <a:r>
              <a:rPr lang="en-US" altLang="ja-JP" sz="4400" b="1" cap="none" spc="0" dirty="0" err="1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HackGen35 Console" panose="020B0503020203020207" pitchFamily="50" charset="-128"/>
                <a:ea typeface="HackGen35 Console" panose="020B0503020203020207" pitchFamily="50" charset="-128"/>
                <a:cs typeface="HackGen35 Console" panose="020B0503020203020207" pitchFamily="50" charset="-128"/>
              </a:rPr>
              <a:t>representativeStars</a:t>
            </a:r>
            <a:r>
              <a:rPr lang="en-US" altLang="ja-JP" sz="4400" b="1" cap="none" spc="0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HackGen35 Console" panose="020B0503020203020207" pitchFamily="50" charset="-128"/>
                <a:ea typeface="HackGen35 Console" panose="020B0503020203020207" pitchFamily="50" charset="-128"/>
                <a:cs typeface="HackGen35 Console" panose="020B0503020203020207" pitchFamily="50" charset="-128"/>
              </a:rPr>
              <a:t>, season,</a:t>
            </a:r>
            <a:br>
              <a:rPr lang="en-US" altLang="ja-JP" sz="4400" b="1" cap="none" spc="0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HackGen35 Console" panose="020B0503020203020207" pitchFamily="50" charset="-128"/>
                <a:ea typeface="HackGen35 Console" panose="020B0503020203020207" pitchFamily="50" charset="-128"/>
                <a:cs typeface="HackGen35 Console" panose="020B0503020203020207" pitchFamily="50" charset="-128"/>
              </a:rPr>
            </a:br>
            <a:r>
              <a:rPr lang="en-US" altLang="ja-JP" sz="4400" b="1" cap="none" spc="0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HackGen35 Console" panose="020B0503020203020207" pitchFamily="50" charset="-128"/>
                <a:ea typeface="HackGen35 Console" panose="020B0503020203020207" pitchFamily="50" charset="-128"/>
                <a:cs typeface="HackGen35 Console" panose="020B0503020203020207" pitchFamily="50" charset="-128"/>
              </a:rPr>
              <a:t>direction, myth, trivia,</a:t>
            </a:r>
            <a:br>
              <a:rPr lang="en-US" altLang="ja-JP" sz="4400" b="1" cap="none" spc="0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HackGen35 Console" panose="020B0503020203020207" pitchFamily="50" charset="-128"/>
                <a:ea typeface="HackGen35 Console" panose="020B0503020203020207" pitchFamily="50" charset="-128"/>
                <a:cs typeface="HackGen35 Console" panose="020B0503020203020207" pitchFamily="50" charset="-128"/>
              </a:rPr>
            </a:br>
            <a:r>
              <a:rPr lang="en-US" altLang="ja-JP" sz="4400" b="1" u="sng" cap="none" spc="0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HackGen35 Console" panose="020B0503020203020207" pitchFamily="50" charset="-128"/>
                <a:ea typeface="HackGen35 Console" panose="020B0503020203020207" pitchFamily="50" charset="-128"/>
                <a:cs typeface="HackGen35 Console" panose="020B0503020203020207" pitchFamily="50" charset="-128"/>
              </a:rPr>
              <a:t>stars</a:t>
            </a:r>
            <a:r>
              <a:rPr lang="en-US" altLang="ja-JP" sz="4400" b="1" cap="none" spc="0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HackGen35 Console" panose="020B0503020203020207" pitchFamily="50" charset="-128"/>
                <a:ea typeface="HackGen35 Console" panose="020B0503020203020207" pitchFamily="50" charset="-128"/>
                <a:cs typeface="HackGen35 Console" panose="020B0503020203020207" pitchFamily="50" charset="-128"/>
              </a:rPr>
              <a:t>, </a:t>
            </a:r>
            <a:r>
              <a:rPr lang="en-US" altLang="ja-JP" sz="4400" b="1" u="sng" cap="none" spc="0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HackGen35 Console" panose="020B0503020203020207" pitchFamily="50" charset="-128"/>
                <a:ea typeface="HackGen35 Console" panose="020B0503020203020207" pitchFamily="50" charset="-128"/>
                <a:cs typeface="HackGen35 Console" panose="020B0503020203020207" pitchFamily="50" charset="-128"/>
              </a:rPr>
              <a:t>edges</a:t>
            </a:r>
            <a:endParaRPr lang="ja-JP" altLang="en-US" sz="4400" b="1" u="sng" cap="none" spc="0" dirty="0">
              <a:ln w="0"/>
              <a:solidFill>
                <a:schemeClr val="bg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HackGen35 Console" panose="020B0503020203020207" pitchFamily="50" charset="-128"/>
              <a:ea typeface="HackGen35 Console" panose="020B0503020203020207" pitchFamily="50" charset="-128"/>
              <a:cs typeface="HackGen35 Console" panose="020B0503020203020207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5461396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325293-D59B-8444-0097-9072DB9EFE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8E5373DB-2CEF-9C7F-4134-7B46A76D91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BB5EAFC9-5F61-868B-1B2B-7F52E7E2CAF7}"/>
              </a:ext>
            </a:extLst>
          </p:cNvPr>
          <p:cNvSpPr/>
          <p:nvPr/>
        </p:nvSpPr>
        <p:spPr>
          <a:xfrm>
            <a:off x="290730" y="612324"/>
            <a:ext cx="9419940" cy="101566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ja-JP" altLang="en-US" sz="6000" b="1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HackGen35 Console" panose="020B0503020203020207" pitchFamily="50" charset="-128"/>
                <a:ea typeface="HackGen35 Console" panose="020B0503020203020207" pitchFamily="50" charset="-128"/>
                <a:cs typeface="HackGen35 Console" panose="020B0503020203020207" pitchFamily="50" charset="-128"/>
              </a:rPr>
              <a:t>天球と座標について</a:t>
            </a:r>
            <a:endParaRPr lang="ja-JP" altLang="en-US" sz="6000" b="1" cap="none" spc="0" dirty="0">
              <a:ln w="0"/>
              <a:solidFill>
                <a:schemeClr val="bg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HackGen35 Console" panose="020B0503020203020207" pitchFamily="50" charset="-128"/>
              <a:ea typeface="HackGen35 Console" panose="020B0503020203020207" pitchFamily="50" charset="-128"/>
              <a:cs typeface="HackGen35 Console" panose="020B0503020203020207" pitchFamily="50" charset="-128"/>
            </a:endParaRP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4F85FF9F-0F9C-706D-72F9-9314F561CE71}"/>
              </a:ext>
            </a:extLst>
          </p:cNvPr>
          <p:cNvSpPr/>
          <p:nvPr/>
        </p:nvSpPr>
        <p:spPr>
          <a:xfrm>
            <a:off x="1147209" y="1975337"/>
            <a:ext cx="9237218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ja-JP" altLang="en-US" sz="4400" b="1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HackGen35 Console" panose="020B0503020203020207" pitchFamily="50" charset="-128"/>
                <a:ea typeface="HackGen35 Console" panose="020B0503020203020207" pitchFamily="50" charset="-128"/>
                <a:cs typeface="HackGen35 Console" panose="020B0503020203020207" pitchFamily="50" charset="-128"/>
              </a:rPr>
              <a:t>横</a:t>
            </a:r>
            <a:r>
              <a:rPr lang="en-US" altLang="ja-JP" sz="4400" b="1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HackGen35 Console" panose="020B0503020203020207" pitchFamily="50" charset="-128"/>
                <a:ea typeface="HackGen35 Console" panose="020B0503020203020207" pitchFamily="50" charset="-128"/>
                <a:cs typeface="HackGen35 Console" panose="020B0503020203020207" pitchFamily="50" charset="-128"/>
              </a:rPr>
              <a:t>3600 × </a:t>
            </a:r>
            <a:r>
              <a:rPr lang="ja-JP" altLang="en-US" sz="4400" b="1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HackGen35 Console" panose="020B0503020203020207" pitchFamily="50" charset="-128"/>
                <a:ea typeface="HackGen35 Console" panose="020B0503020203020207" pitchFamily="50" charset="-128"/>
                <a:cs typeface="HackGen35 Console" panose="020B0503020203020207" pitchFamily="50" charset="-128"/>
              </a:rPr>
              <a:t>縦</a:t>
            </a:r>
            <a:r>
              <a:rPr lang="en-US" altLang="ja-JP" sz="4400" b="1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HackGen35 Console" panose="020B0503020203020207" pitchFamily="50" charset="-128"/>
                <a:ea typeface="HackGen35 Console" panose="020B0503020203020207" pitchFamily="50" charset="-128"/>
                <a:cs typeface="HackGen35 Console" panose="020B0503020203020207" pitchFamily="50" charset="-128"/>
              </a:rPr>
              <a:t>1800</a:t>
            </a:r>
            <a:endParaRPr lang="ja-JP" altLang="en-US" sz="4400" b="1" cap="none" spc="0" dirty="0">
              <a:ln w="0"/>
              <a:solidFill>
                <a:schemeClr val="bg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HackGen35 Console" panose="020B0503020203020207" pitchFamily="50" charset="-128"/>
              <a:ea typeface="HackGen35 Console" panose="020B0503020203020207" pitchFamily="50" charset="-128"/>
              <a:cs typeface="HackGen35 Console" panose="020B0503020203020207" pitchFamily="50" charset="-128"/>
            </a:endParaRP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47C09A15-1D20-170B-7941-F158409B9FF9}"/>
              </a:ext>
            </a:extLst>
          </p:cNvPr>
          <p:cNvSpPr/>
          <p:nvPr/>
        </p:nvSpPr>
        <p:spPr>
          <a:xfrm>
            <a:off x="1147209" y="2744778"/>
            <a:ext cx="9237218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ja-JP" altLang="en-US" sz="4400" b="1" cap="none" spc="0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HackGen35 Console" panose="020B0503020203020207" pitchFamily="50" charset="-128"/>
                <a:ea typeface="HackGen35 Console" panose="020B0503020203020207" pitchFamily="50" charset="-128"/>
                <a:cs typeface="HackGen35 Console" panose="020B0503020203020207" pitchFamily="50" charset="-128"/>
              </a:rPr>
              <a:t>赤経・赤緯を平面に単純投影した</a:t>
            </a: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3464CEB6-E0D7-0617-3C3F-B7B61EA532B2}"/>
              </a:ext>
            </a:extLst>
          </p:cNvPr>
          <p:cNvSpPr/>
          <p:nvPr/>
        </p:nvSpPr>
        <p:spPr>
          <a:xfrm>
            <a:off x="1147209" y="4172187"/>
            <a:ext cx="9237218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ja-JP" altLang="en-US" sz="4400" b="1" cap="none" spc="0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HackGen35 Console" panose="020B0503020203020207" pitchFamily="50" charset="-128"/>
                <a:ea typeface="HackGen35 Console" panose="020B0503020203020207" pitchFamily="50" charset="-128"/>
                <a:cs typeface="HackGen35 Console" panose="020B0503020203020207" pitchFamily="50" charset="-128"/>
              </a:rPr>
              <a:t>各星の</a:t>
            </a:r>
            <a:r>
              <a:rPr lang="en-US" altLang="ja-JP" sz="4400" b="1" cap="none" spc="0" dirty="0" err="1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HackGen35 Console" panose="020B0503020203020207" pitchFamily="50" charset="-128"/>
                <a:ea typeface="HackGen35 Console" panose="020B0503020203020207" pitchFamily="50" charset="-128"/>
                <a:cs typeface="HackGen35 Console" panose="020B0503020203020207" pitchFamily="50" charset="-128"/>
              </a:rPr>
              <a:t>x,y</a:t>
            </a:r>
            <a:r>
              <a:rPr lang="ja-JP" altLang="en-US" sz="4400" b="1" cap="none" spc="0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HackGen35 Console" panose="020B0503020203020207" pitchFamily="50" charset="-128"/>
                <a:ea typeface="HackGen35 Console" panose="020B0503020203020207" pitchFamily="50" charset="-128"/>
                <a:cs typeface="HackGen35 Console" panose="020B0503020203020207" pitchFamily="50" charset="-128"/>
              </a:rPr>
              <a:t>を参照して点を描画</a:t>
            </a:r>
          </a:p>
        </p:txBody>
      </p:sp>
    </p:spTree>
    <p:extLst>
      <p:ext uri="{BB962C8B-B14F-4D97-AF65-F5344CB8AC3E}">
        <p14:creationId xmlns:p14="http://schemas.microsoft.com/office/powerpoint/2010/main" val="5499020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C1E820-8A26-D836-F83C-A5D1E52945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82EB3D06-7B40-DCE8-FAB3-E1688D2834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171D4C0F-6677-20DF-8789-489397892DFE}"/>
              </a:ext>
            </a:extLst>
          </p:cNvPr>
          <p:cNvSpPr/>
          <p:nvPr/>
        </p:nvSpPr>
        <p:spPr>
          <a:xfrm>
            <a:off x="290730" y="612324"/>
            <a:ext cx="9419940" cy="101566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altLang="ja-JP" sz="6000" b="1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HackGen35 Console" panose="020B0503020203020207" pitchFamily="50" charset="-128"/>
                <a:ea typeface="HackGen35 Console" panose="020B0503020203020207" pitchFamily="50" charset="-128"/>
                <a:cs typeface="HackGen35 Console" panose="020B0503020203020207" pitchFamily="50" charset="-128"/>
              </a:rPr>
              <a:t>AI</a:t>
            </a:r>
            <a:r>
              <a:rPr lang="ja-JP" altLang="en-US" sz="6000" b="1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HackGen35 Console" panose="020B0503020203020207" pitchFamily="50" charset="-128"/>
                <a:ea typeface="HackGen35 Console" panose="020B0503020203020207" pitchFamily="50" charset="-128"/>
                <a:cs typeface="HackGen35 Console" panose="020B0503020203020207" pitchFamily="50" charset="-128"/>
              </a:rPr>
              <a:t>使用について</a:t>
            </a:r>
            <a:endParaRPr lang="ja-JP" altLang="en-US" sz="6000" b="1" cap="none" spc="0" dirty="0">
              <a:ln w="0"/>
              <a:solidFill>
                <a:schemeClr val="bg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HackGen35 Console" panose="020B0503020203020207" pitchFamily="50" charset="-128"/>
              <a:ea typeface="HackGen35 Console" panose="020B0503020203020207" pitchFamily="50" charset="-128"/>
              <a:cs typeface="HackGen35 Console" panose="020B0503020203020207" pitchFamily="50" charset="-128"/>
            </a:endParaRP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34E98FD8-B42F-AF04-A396-64ED1B028160}"/>
              </a:ext>
            </a:extLst>
          </p:cNvPr>
          <p:cNvSpPr/>
          <p:nvPr/>
        </p:nvSpPr>
        <p:spPr>
          <a:xfrm>
            <a:off x="1147209" y="1975337"/>
            <a:ext cx="10546808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ja-JP" altLang="en-US" sz="4400" b="1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HackGen35 Console" panose="020B0503020203020207" pitchFamily="50" charset="-128"/>
                <a:ea typeface="HackGen35 Console" panose="020B0503020203020207" pitchFamily="50" charset="-128"/>
                <a:cs typeface="HackGen35 Console" panose="020B0503020203020207" pitchFamily="50" charset="-128"/>
              </a:rPr>
              <a:t>今回は</a:t>
            </a:r>
            <a:r>
              <a:rPr lang="en-US" altLang="ja-JP" sz="4400" b="1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HackGen35 Console" panose="020B0503020203020207" pitchFamily="50" charset="-128"/>
                <a:ea typeface="HackGen35 Console" panose="020B0503020203020207" pitchFamily="50" charset="-128"/>
                <a:cs typeface="HackGen35 Console" panose="020B0503020203020207" pitchFamily="50" charset="-128"/>
              </a:rPr>
              <a:t>Codex GPT-5.5,5.6</a:t>
            </a:r>
            <a:r>
              <a:rPr lang="ja-JP" altLang="en-US" sz="4400" b="1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HackGen35 Console" panose="020B0503020203020207" pitchFamily="50" charset="-128"/>
                <a:ea typeface="HackGen35 Console" panose="020B0503020203020207" pitchFamily="50" charset="-128"/>
                <a:cs typeface="HackGen35 Console" panose="020B0503020203020207" pitchFamily="50" charset="-128"/>
              </a:rPr>
              <a:t>を使用</a:t>
            </a:r>
            <a:endParaRPr lang="ja-JP" altLang="en-US" sz="4400" b="1" cap="none" spc="0" dirty="0">
              <a:ln w="0"/>
              <a:solidFill>
                <a:schemeClr val="bg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HackGen35 Console" panose="020B0503020203020207" pitchFamily="50" charset="-128"/>
              <a:ea typeface="HackGen35 Console" panose="020B0503020203020207" pitchFamily="50" charset="-128"/>
              <a:cs typeface="HackGen35 Console" panose="020B0503020203020207" pitchFamily="50" charset="-128"/>
            </a:endParaRP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FDE5D098-3705-D816-7853-8A69CA162018}"/>
              </a:ext>
            </a:extLst>
          </p:cNvPr>
          <p:cNvSpPr/>
          <p:nvPr/>
        </p:nvSpPr>
        <p:spPr>
          <a:xfrm>
            <a:off x="1147209" y="3044279"/>
            <a:ext cx="10546808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ja-JP" altLang="en-US" sz="4400" b="1" cap="none" spc="0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HackGen35 Console" panose="020B0503020203020207" pitchFamily="50" charset="-128"/>
                <a:ea typeface="HackGen35 Console" panose="020B0503020203020207" pitchFamily="50" charset="-128"/>
                <a:cs typeface="HackGen35 Console" panose="020B0503020203020207" pitchFamily="50" charset="-128"/>
              </a:rPr>
              <a:t>ほぼすべて</a:t>
            </a:r>
            <a:r>
              <a:rPr lang="en-US" altLang="ja-JP" sz="4400" b="1" cap="none" spc="0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HackGen35 Console" panose="020B0503020203020207" pitchFamily="50" charset="-128"/>
                <a:ea typeface="HackGen35 Console" panose="020B0503020203020207" pitchFamily="50" charset="-128"/>
                <a:cs typeface="HackGen35 Console" panose="020B0503020203020207" pitchFamily="50" charset="-128"/>
              </a:rPr>
              <a:t>AI</a:t>
            </a:r>
            <a:r>
              <a:rPr lang="ja-JP" altLang="en-US" sz="4400" b="1" cap="none" spc="0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HackGen35 Console" panose="020B0503020203020207" pitchFamily="50" charset="-128"/>
                <a:ea typeface="HackGen35 Console" panose="020B0503020203020207" pitchFamily="50" charset="-128"/>
                <a:cs typeface="HackGen35 Console" panose="020B0503020203020207" pitchFamily="50" charset="-128"/>
              </a:rPr>
              <a:t>に質問しながらの実装</a:t>
            </a: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C6647032-7716-7A8F-45DF-ECBD1ABFB8E9}"/>
              </a:ext>
            </a:extLst>
          </p:cNvPr>
          <p:cNvSpPr/>
          <p:nvPr/>
        </p:nvSpPr>
        <p:spPr>
          <a:xfrm>
            <a:off x="1147209" y="4113221"/>
            <a:ext cx="10546808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ja-JP" altLang="en-US" sz="4400" b="1" cap="none" spc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HackGen35 Console" panose="020B0503020203020207" pitchFamily="50" charset="-128"/>
                <a:ea typeface="HackGen35 Console" panose="020B0503020203020207" pitchFamily="50" charset="-128"/>
                <a:cs typeface="HackGen35 Console" panose="020B0503020203020207" pitchFamily="50" charset="-128"/>
              </a:rPr>
              <a:t>怪しい回答には検索で確認した</a:t>
            </a:r>
            <a:endParaRPr lang="ja-JP" altLang="en-US" sz="4400" b="1" cap="none" spc="0" dirty="0">
              <a:ln w="0"/>
              <a:solidFill>
                <a:schemeClr val="bg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HackGen35 Console" panose="020B0503020203020207" pitchFamily="50" charset="-128"/>
              <a:ea typeface="HackGen35 Console" panose="020B0503020203020207" pitchFamily="50" charset="-128"/>
              <a:cs typeface="HackGen35 Console" panose="020B0503020203020207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6107999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b905fe17-d65b-40a4-b68e-9ee8fe11f43a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167FEDDC9DC97440BA0F6A48ADFE26B5" ma:contentTypeVersion="13" ma:contentTypeDescription="新しいドキュメントを作成します。" ma:contentTypeScope="" ma:versionID="4b599adef0515f8cbefb6273f2f95265">
  <xsd:schema xmlns:xsd="http://www.w3.org/2001/XMLSchema" xmlns:xs="http://www.w3.org/2001/XMLSchema" xmlns:p="http://schemas.microsoft.com/office/2006/metadata/properties" xmlns:ns3="b905fe17-d65b-40a4-b68e-9ee8fe11f43a" xmlns:ns4="1f4001e7-082c-414c-8403-86384946270a" targetNamespace="http://schemas.microsoft.com/office/2006/metadata/properties" ma:root="true" ma:fieldsID="ef45a8407e086e362c7a045e9d6c797a" ns3:_="" ns4:_="">
    <xsd:import namespace="b905fe17-d65b-40a4-b68e-9ee8fe11f43a"/>
    <xsd:import namespace="1f4001e7-082c-414c-8403-86384946270a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DateTaken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905fe17-d65b-40a4-b68e-9ee8fe11f43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7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f4001e7-082c-414c-8403-86384946270a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共有相手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共有相手の詳細情報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5" nillable="true" ma:displayName="共有のヒントのハッシュ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483A562-F304-4A11-BDBC-2BD9C07596A8}">
  <ds:schemaRefs>
    <ds:schemaRef ds:uri="http://purl.org/dc/elements/1.1/"/>
    <ds:schemaRef ds:uri="http://schemas.microsoft.com/office/infopath/2007/PartnerControls"/>
    <ds:schemaRef ds:uri="http://schemas.microsoft.com/office/2006/metadata/properties"/>
    <ds:schemaRef ds:uri="http://purl.org/dc/terms/"/>
    <ds:schemaRef ds:uri="http://schemas.microsoft.com/office/2006/documentManagement/types"/>
    <ds:schemaRef ds:uri="http://purl.org/dc/dcmitype/"/>
    <ds:schemaRef ds:uri="b905fe17-d65b-40a4-b68e-9ee8fe11f43a"/>
    <ds:schemaRef ds:uri="http://schemas.openxmlformats.org/package/2006/metadata/core-properties"/>
    <ds:schemaRef ds:uri="1f4001e7-082c-414c-8403-86384946270a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2C3614C2-1BF1-4DFB-BA73-1FC52AF786B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FD51304-F22F-48B6-A9C9-241D0301FE4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905fe17-d65b-40a4-b68e-9ee8fe11f43a"/>
    <ds:schemaRef ds:uri="1f4001e7-082c-414c-8403-86384946270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205</TotalTime>
  <Words>146</Words>
  <Application>Microsoft Office PowerPoint</Application>
  <PresentationFormat>ワイド画面</PresentationFormat>
  <Paragraphs>22</Paragraphs>
  <Slides>8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8</vt:i4>
      </vt:variant>
    </vt:vector>
  </HeadingPairs>
  <TitlesOfParts>
    <vt:vector size="13" baseType="lpstr">
      <vt:lpstr>HackGen35 Console</vt:lpstr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村田 聖希(zeal23410141)</dc:creator>
  <cp:lastModifiedBy>村田 聖希(zeal23410141)</cp:lastModifiedBy>
  <cp:revision>1</cp:revision>
  <dcterms:created xsi:type="dcterms:W3CDTF">2026-07-14T14:02:43Z</dcterms:created>
  <dcterms:modified xsi:type="dcterms:W3CDTF">2026-07-14T17:33:12Z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0x010100167FEDDC9DC97440BA0F6A48ADFE26B5</vt:lpwstr>
  </property>
</Properties>
</file>