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833805-8163-449C-AF0E-0BC475BFDD6A}" v="7" dt="2026-01-28T00:26:46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B9323F-8183-6CC7-A7A2-A1F54221E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620EC6-88EE-7F6E-9933-E287E0136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4FCC2C-E4E0-A7E7-2320-372BE30D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34303D-56D3-7F47-3907-2B20F389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78702E-C85C-68B7-112B-E96B1D40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56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6D95FC-89A9-0102-D13D-21347757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AE47A1-8AE8-89F2-A652-3DD95A08C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4AB78C-7457-AA26-4E54-AB63C545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FF3B11-5485-541C-2AB3-B55932D2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E4CB96-AC3C-1263-BD2B-CFBB96FF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76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3A66B-01D9-A4E4-744F-0A2643A8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F599A0-90E2-83ED-7E8E-B4762CB55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1F6E31-AFF1-C7C3-C1BE-C286AE10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25C7CA-5E87-B78C-ADA8-9F0CABED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F544C2-EAE7-FB78-FAAD-1D7A5C3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25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A0E41-2689-9F46-14CE-05775A77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BD319-DA44-16F8-6C8A-40F288DE1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805287-EF5E-A40B-E44C-5FC2A784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314DEE-BE76-3C00-6595-1B035C55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97345F-9892-9353-854F-2091F0998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79FBAC-BAE0-9DAC-2AC3-500934A6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68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D3F793-1CF0-261D-2D57-1062B8D0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861C99-3B4C-AECB-3DE4-68A9C379F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0717A6-4F1F-7409-1AB6-672952047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167086A-EB3F-3C2A-39D9-5D4E5A429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129D24-73E7-2A24-74A3-F323E499A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C0AC6D-2D55-B0AC-E22F-62F2B1B2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66C859-5255-FEC0-0259-C22D0B45B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568027-DA28-3ED6-5B6D-02C543CB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98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01292-EA9F-1A35-8932-1005D098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DFD54C-6D53-642A-00E1-1A5301A0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FA277EC-62D6-543A-5066-3F2C75D5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59030C-374F-F9BB-D7FF-4FA4313C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703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94DAF4-FE8F-89ED-FDE2-497F3076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15D3BF-C98F-1869-13A6-AA8712AE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E7BD43-4403-6997-5E7C-15BCFA69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EB21D7-04CD-C170-CC96-36771615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89D39F-E6A8-5B3F-60A9-E4C872A1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86C78A-D608-CAFD-FB8C-F5B980A6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73260C-22C8-941E-ECE1-467A18F2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5CB62C-E097-E654-E7A5-7F61F926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5C10C8-3CD5-5508-F500-AC35BEE8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80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1857C-6962-86E2-3AEA-9B43C022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23B953-E2BD-A78A-B4DA-AE769F38B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3FC81A-3A72-9742-519C-8C9F5FEB4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F302C1-B642-17F4-0617-1B20B906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CAA281-6929-42FA-7832-BB56DA99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89D8E8-4FFE-4618-B25D-46AD6412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67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16C01-A75C-A3FA-390B-343308CDC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51581-E608-E513-7577-4031ED52E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377F9B-278F-9216-0F7E-A100D961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23A554-04F2-7368-355B-21D39980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55A57-9BD6-E3E8-D496-94C05A75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0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66DEE5-0835-7606-55E3-19E506049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3DFD22-0D5E-D41E-B532-904AF177B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2FC32D-228B-80BD-1B3D-1D0286DB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58395-130D-0E2E-7A6E-D8BEB873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B7809D-3BB2-F5B8-F322-3F290C27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28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07517C-CFDC-E17A-4ED0-D5336E01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0D8461-0B6B-37EB-5264-F10CB3F91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4FA7B9-4FA1-0A2E-346D-CCDAB8F81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03394-9BA9-47E9-9E8A-35AE17051D58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87F1AF-C21C-CEAD-0EF5-1718A5B1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A00CB2-B7DA-88BC-908A-6C5A765DB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F74DF-BAAD-4DE8-B687-E50DD394E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82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643B29-8B8F-E65E-0762-925450264187}"/>
              </a:ext>
            </a:extLst>
          </p:cNvPr>
          <p:cNvSpPr txBox="1"/>
          <p:nvPr/>
        </p:nvSpPr>
        <p:spPr>
          <a:xfrm>
            <a:off x="3233737" y="2967335"/>
            <a:ext cx="5724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/>
              <a:t>星空ガイドビュー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17A867-F9B4-2D7F-679E-35E8A3B8FE6A}"/>
              </a:ext>
            </a:extLst>
          </p:cNvPr>
          <p:cNvSpPr txBox="1"/>
          <p:nvPr/>
        </p:nvSpPr>
        <p:spPr>
          <a:xfrm>
            <a:off x="8081963" y="5815310"/>
            <a:ext cx="3881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23410141 </a:t>
            </a:r>
            <a:r>
              <a:rPr kumimoji="1" lang="ja-JP" altLang="en-US" sz="3200" b="1" dirty="0"/>
              <a:t>村田聖希</a:t>
            </a:r>
          </a:p>
        </p:txBody>
      </p:sp>
    </p:spTree>
    <p:extLst>
      <p:ext uri="{BB962C8B-B14F-4D97-AF65-F5344CB8AC3E}">
        <p14:creationId xmlns:p14="http://schemas.microsoft.com/office/powerpoint/2010/main" val="367582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1B84-AC51-6124-E371-288A57D5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3E81E7-87D1-7CE1-2912-242CF5FCC737}"/>
              </a:ext>
            </a:extLst>
          </p:cNvPr>
          <p:cNvSpPr txBox="1"/>
          <p:nvPr/>
        </p:nvSpPr>
        <p:spPr>
          <a:xfrm>
            <a:off x="371476" y="652760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画面遷移図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1FACE3-3EEA-CDBE-5131-9DABA20490D4}"/>
              </a:ext>
            </a:extLst>
          </p:cNvPr>
          <p:cNvSpPr txBox="1"/>
          <p:nvPr/>
        </p:nvSpPr>
        <p:spPr>
          <a:xfrm>
            <a:off x="2209801" y="3044279"/>
            <a:ext cx="21431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ホーム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1BC09A-9F38-1AF3-4D1C-58663D9437F6}"/>
              </a:ext>
            </a:extLst>
          </p:cNvPr>
          <p:cNvSpPr txBox="1"/>
          <p:nvPr/>
        </p:nvSpPr>
        <p:spPr>
          <a:xfrm>
            <a:off x="6772275" y="1834604"/>
            <a:ext cx="2486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天体観測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DF982F-7ADD-7386-0B46-F1FE18A8F36A}"/>
              </a:ext>
            </a:extLst>
          </p:cNvPr>
          <p:cNvSpPr txBox="1"/>
          <p:nvPr/>
        </p:nvSpPr>
        <p:spPr>
          <a:xfrm>
            <a:off x="6772275" y="2659558"/>
            <a:ext cx="2486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星座一覧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405121-E794-4D28-A6AC-B6C0424CBD3F}"/>
              </a:ext>
            </a:extLst>
          </p:cNvPr>
          <p:cNvSpPr txBox="1"/>
          <p:nvPr/>
        </p:nvSpPr>
        <p:spPr>
          <a:xfrm>
            <a:off x="6772275" y="3484512"/>
            <a:ext cx="2486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星座詳細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3F860DA-AE0C-317A-F5C4-096A8AFAAF9A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4352925" y="2219325"/>
            <a:ext cx="2419350" cy="1209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88BC2D0-BD57-437C-0920-FE02AD8898BB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>
          <a:xfrm flipH="1">
            <a:off x="4352925" y="3044279"/>
            <a:ext cx="2419350" cy="384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C8FB0E3-CBBC-00A1-FB65-E62D962B6D1A}"/>
              </a:ext>
            </a:extLst>
          </p:cNvPr>
          <p:cNvCxnSpPr>
            <a:cxnSpLocks/>
            <a:stCxn id="8" idx="1"/>
            <a:endCxn id="3" idx="3"/>
          </p:cNvCxnSpPr>
          <p:nvPr/>
        </p:nvCxnSpPr>
        <p:spPr>
          <a:xfrm flipH="1" flipV="1">
            <a:off x="4352925" y="3429000"/>
            <a:ext cx="2419350" cy="440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2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749F9-9303-2961-9E19-41ED3C5F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4BDD9B-0084-CBBB-777F-A82446C80156}"/>
              </a:ext>
            </a:extLst>
          </p:cNvPr>
          <p:cNvSpPr txBox="1"/>
          <p:nvPr/>
        </p:nvSpPr>
        <p:spPr>
          <a:xfrm>
            <a:off x="371476" y="652760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ホーム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D9D97F-6B60-C7C0-87E8-4AD5A2791AFB}"/>
              </a:ext>
            </a:extLst>
          </p:cNvPr>
          <p:cNvSpPr txBox="1"/>
          <p:nvPr/>
        </p:nvSpPr>
        <p:spPr>
          <a:xfrm>
            <a:off x="1143001" y="2091035"/>
            <a:ext cx="4772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各画面に遷移するボタン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8A4D60-0041-95B3-2FB2-2497DE21DD45}"/>
              </a:ext>
            </a:extLst>
          </p:cNvPr>
          <p:cNvSpPr txBox="1"/>
          <p:nvPr/>
        </p:nvSpPr>
        <p:spPr>
          <a:xfrm>
            <a:off x="371476" y="3386435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天体観測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425C08-3E6C-F1C3-C465-7EB75DA4BBB8}"/>
              </a:ext>
            </a:extLst>
          </p:cNvPr>
          <p:cNvSpPr txBox="1"/>
          <p:nvPr/>
        </p:nvSpPr>
        <p:spPr>
          <a:xfrm>
            <a:off x="1143000" y="4824710"/>
            <a:ext cx="9134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スマホを向けた方向にある星座を表示する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840CFA-F96D-AF17-2EBE-5B1293BB3B94}"/>
              </a:ext>
            </a:extLst>
          </p:cNvPr>
          <p:cNvSpPr txBox="1"/>
          <p:nvPr/>
        </p:nvSpPr>
        <p:spPr>
          <a:xfrm>
            <a:off x="1143000" y="5620465"/>
            <a:ext cx="9134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見つけた星座の説明を表示する</a:t>
            </a:r>
          </a:p>
        </p:txBody>
      </p:sp>
    </p:spTree>
    <p:extLst>
      <p:ext uri="{BB962C8B-B14F-4D97-AF65-F5344CB8AC3E}">
        <p14:creationId xmlns:p14="http://schemas.microsoft.com/office/powerpoint/2010/main" val="243808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2177-162B-F4FC-CC6E-B1143EBA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E14A15-1E3E-C675-30D3-EC74023DE51D}"/>
              </a:ext>
            </a:extLst>
          </p:cNvPr>
          <p:cNvSpPr txBox="1"/>
          <p:nvPr/>
        </p:nvSpPr>
        <p:spPr>
          <a:xfrm>
            <a:off x="371476" y="652760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星座一覧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D62F94-5427-7BC3-CC0C-253E81C948F8}"/>
              </a:ext>
            </a:extLst>
          </p:cNvPr>
          <p:cNvSpPr txBox="1"/>
          <p:nvPr/>
        </p:nvSpPr>
        <p:spPr>
          <a:xfrm>
            <a:off x="1143000" y="2091035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今までに見つけた星座を表示する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131E20-3908-E186-FB78-F6A2A3380D35}"/>
              </a:ext>
            </a:extLst>
          </p:cNvPr>
          <p:cNvSpPr txBox="1"/>
          <p:nvPr/>
        </p:nvSpPr>
        <p:spPr>
          <a:xfrm>
            <a:off x="371476" y="3176885"/>
            <a:ext cx="224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星座詳細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CA617D-640F-08F3-E12F-EC3C0CBA400B}"/>
              </a:ext>
            </a:extLst>
          </p:cNvPr>
          <p:cNvSpPr txBox="1"/>
          <p:nvPr/>
        </p:nvSpPr>
        <p:spPr>
          <a:xfrm>
            <a:off x="1143000" y="4615160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今までに見つけた星座の詳細を表示する</a:t>
            </a:r>
          </a:p>
        </p:txBody>
      </p:sp>
    </p:spTree>
    <p:extLst>
      <p:ext uri="{BB962C8B-B14F-4D97-AF65-F5344CB8AC3E}">
        <p14:creationId xmlns:p14="http://schemas.microsoft.com/office/powerpoint/2010/main" val="334260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3D4D-474E-ACAA-D307-079EAFDB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5602C8-E246-32A0-D2BD-61C5ED5ACD09}"/>
              </a:ext>
            </a:extLst>
          </p:cNvPr>
          <p:cNvSpPr txBox="1"/>
          <p:nvPr/>
        </p:nvSpPr>
        <p:spPr>
          <a:xfrm>
            <a:off x="371475" y="652760"/>
            <a:ext cx="3569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今回実装する部分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DD6F5D-0A5F-2D42-C2F1-3866F68CF750}"/>
              </a:ext>
            </a:extLst>
          </p:cNvPr>
          <p:cNvSpPr txBox="1"/>
          <p:nvPr/>
        </p:nvSpPr>
        <p:spPr>
          <a:xfrm>
            <a:off x="1142999" y="1371897"/>
            <a:ext cx="1407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最優先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1A2018-EA96-82D8-5122-E68A974D15EB}"/>
              </a:ext>
            </a:extLst>
          </p:cNvPr>
          <p:cNvSpPr txBox="1"/>
          <p:nvPr/>
        </p:nvSpPr>
        <p:spPr>
          <a:xfrm>
            <a:off x="1846508" y="2026640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端末の向きに合わせて星空が動く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7FD2AA-1632-F98A-2531-9294301FAE30}"/>
              </a:ext>
            </a:extLst>
          </p:cNvPr>
          <p:cNvSpPr txBox="1"/>
          <p:nvPr/>
        </p:nvSpPr>
        <p:spPr>
          <a:xfrm>
            <a:off x="1846507" y="2681383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やぎ座・こと座・わし座・はくちょう座の星を表示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3B88CF-D82F-9D31-739A-B67D75DEA874}"/>
              </a:ext>
            </a:extLst>
          </p:cNvPr>
          <p:cNvSpPr txBox="1"/>
          <p:nvPr/>
        </p:nvSpPr>
        <p:spPr>
          <a:xfrm>
            <a:off x="1846506" y="3400520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星をタップして、正しい星同士なら線でつながる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05360B-EB75-6D0F-CDAA-B47CBB2954AC}"/>
              </a:ext>
            </a:extLst>
          </p:cNvPr>
          <p:cNvSpPr txBox="1"/>
          <p:nvPr/>
        </p:nvSpPr>
        <p:spPr>
          <a:xfrm>
            <a:off x="1846505" y="4119657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星座完成で図鑑登録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AF78B3-EB6A-7DD4-6E93-1AF27B80EBC3}"/>
              </a:ext>
            </a:extLst>
          </p:cNvPr>
          <p:cNvSpPr txBox="1"/>
          <p:nvPr/>
        </p:nvSpPr>
        <p:spPr>
          <a:xfrm>
            <a:off x="1846504" y="4838794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図鑑一覧・詳細</a:t>
            </a:r>
          </a:p>
        </p:txBody>
      </p:sp>
    </p:spTree>
    <p:extLst>
      <p:ext uri="{BB962C8B-B14F-4D97-AF65-F5344CB8AC3E}">
        <p14:creationId xmlns:p14="http://schemas.microsoft.com/office/powerpoint/2010/main" val="342489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2F03-B503-D1A8-46B1-0F375622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89C33D-7CF9-16D9-A20E-09143A90A269}"/>
              </a:ext>
            </a:extLst>
          </p:cNvPr>
          <p:cNvSpPr txBox="1"/>
          <p:nvPr/>
        </p:nvSpPr>
        <p:spPr>
          <a:xfrm>
            <a:off x="371475" y="652760"/>
            <a:ext cx="3569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使用する技術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54885F1-71E7-94FD-BA09-4044F60C565B}"/>
              </a:ext>
            </a:extLst>
          </p:cNvPr>
          <p:cNvSpPr txBox="1"/>
          <p:nvPr/>
        </p:nvSpPr>
        <p:spPr>
          <a:xfrm>
            <a:off x="1142998" y="1371897"/>
            <a:ext cx="1980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標準機能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414B9C-218E-B18B-02CE-49CF4F4D9598}"/>
              </a:ext>
            </a:extLst>
          </p:cNvPr>
          <p:cNvSpPr txBox="1"/>
          <p:nvPr/>
        </p:nvSpPr>
        <p:spPr>
          <a:xfrm>
            <a:off x="1846508" y="2026640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Material</a:t>
            </a:r>
            <a:endParaRPr kumimoji="1" lang="ja-JP" altLang="en-US" sz="32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939102-0CD4-E7C4-256B-4DC38F97090C}"/>
              </a:ext>
            </a:extLst>
          </p:cNvPr>
          <p:cNvSpPr txBox="1"/>
          <p:nvPr/>
        </p:nvSpPr>
        <p:spPr>
          <a:xfrm>
            <a:off x="1846507" y="2681383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Navigator</a:t>
            </a:r>
            <a:endParaRPr kumimoji="1" lang="ja-JP" altLang="en-US" sz="32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308A95-9127-EF38-8B46-7C296E612C83}"/>
              </a:ext>
            </a:extLst>
          </p:cNvPr>
          <p:cNvSpPr txBox="1"/>
          <p:nvPr/>
        </p:nvSpPr>
        <p:spPr>
          <a:xfrm>
            <a:off x="1846507" y="3336126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CustomPainter</a:t>
            </a:r>
            <a:endParaRPr kumimoji="1" lang="ja-JP" altLang="en-US" sz="32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8C8B82-E277-CE61-F5F6-FD33A1E09BBD}"/>
              </a:ext>
            </a:extLst>
          </p:cNvPr>
          <p:cNvSpPr txBox="1"/>
          <p:nvPr/>
        </p:nvSpPr>
        <p:spPr>
          <a:xfrm>
            <a:off x="1846506" y="5230387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dart:math</a:t>
            </a:r>
            <a:endParaRPr kumimoji="1" lang="ja-JP" altLang="en-US" sz="32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87F748-AF6E-2F39-11E4-ABCE62CB8DBD}"/>
              </a:ext>
            </a:extLst>
          </p:cNvPr>
          <p:cNvSpPr txBox="1"/>
          <p:nvPr/>
        </p:nvSpPr>
        <p:spPr>
          <a:xfrm>
            <a:off x="1846506" y="4575644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AnimationController</a:t>
            </a:r>
            <a:endParaRPr kumimoji="1" lang="ja-JP" altLang="en-US" sz="32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B5AB29-D6E9-B673-D393-7F2EB6174F2E}"/>
              </a:ext>
            </a:extLst>
          </p:cNvPr>
          <p:cNvSpPr txBox="1"/>
          <p:nvPr/>
        </p:nvSpPr>
        <p:spPr>
          <a:xfrm>
            <a:off x="1846507" y="3990869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GestureDetector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1146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3983-80A0-045A-2C49-807EA48E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8CFC51-0545-8AE6-B8ED-0FE0FF637586}"/>
              </a:ext>
            </a:extLst>
          </p:cNvPr>
          <p:cNvSpPr txBox="1"/>
          <p:nvPr/>
        </p:nvSpPr>
        <p:spPr>
          <a:xfrm>
            <a:off x="371475" y="652760"/>
            <a:ext cx="3569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使用する技術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84F2A3-DB49-9ED9-4376-8901E34ED971}"/>
              </a:ext>
            </a:extLst>
          </p:cNvPr>
          <p:cNvSpPr txBox="1"/>
          <p:nvPr/>
        </p:nvSpPr>
        <p:spPr>
          <a:xfrm>
            <a:off x="1142998" y="1371897"/>
            <a:ext cx="3680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/>
              <a:t>追加ライブラリ</a:t>
            </a:r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A4616E-8A03-21A8-FA6C-9C78C41D7225}"/>
              </a:ext>
            </a:extLst>
          </p:cNvPr>
          <p:cNvSpPr txBox="1"/>
          <p:nvPr/>
        </p:nvSpPr>
        <p:spPr>
          <a:xfrm>
            <a:off x="1846508" y="2026640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geolocator</a:t>
            </a:r>
            <a:endParaRPr kumimoji="1" lang="ja-JP" altLang="en-US" sz="32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BADE8C-2008-036D-8F4A-1B343158C19B}"/>
              </a:ext>
            </a:extLst>
          </p:cNvPr>
          <p:cNvSpPr txBox="1"/>
          <p:nvPr/>
        </p:nvSpPr>
        <p:spPr>
          <a:xfrm>
            <a:off x="1846507" y="2681383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flutter_rotation_sensor</a:t>
            </a:r>
            <a:endParaRPr kumimoji="1" lang="ja-JP" altLang="en-US" sz="32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27B530-4753-652C-9F98-F26FC06E1875}"/>
              </a:ext>
            </a:extLst>
          </p:cNvPr>
          <p:cNvSpPr txBox="1"/>
          <p:nvPr/>
        </p:nvSpPr>
        <p:spPr>
          <a:xfrm>
            <a:off x="1846507" y="3336126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provider</a:t>
            </a:r>
            <a:endParaRPr kumimoji="1" lang="ja-JP" altLang="en-US" sz="32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1ADF0B-4336-962E-0BC7-BE34424EF6B0}"/>
              </a:ext>
            </a:extLst>
          </p:cNvPr>
          <p:cNvSpPr txBox="1"/>
          <p:nvPr/>
        </p:nvSpPr>
        <p:spPr>
          <a:xfrm>
            <a:off x="1846506" y="5230387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(</a:t>
            </a:r>
            <a:r>
              <a:rPr kumimoji="1" lang="en-US" altLang="ja-JP" sz="3200" b="1" dirty="0" err="1"/>
              <a:t>flutter_compass</a:t>
            </a:r>
            <a:r>
              <a:rPr kumimoji="1" lang="en-US" altLang="ja-JP" sz="3200" b="1" dirty="0"/>
              <a:t> / </a:t>
            </a:r>
            <a:r>
              <a:rPr kumimoji="1" lang="en-US" altLang="ja-JP" sz="3200" b="1" dirty="0" err="1"/>
              <a:t>sensors_plus</a:t>
            </a:r>
            <a:r>
              <a:rPr kumimoji="1" lang="en-US" altLang="ja-JP" sz="3200" b="1" dirty="0"/>
              <a:t>)</a:t>
            </a:r>
            <a:endParaRPr kumimoji="1" lang="ja-JP" altLang="en-US" sz="32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C522C7-3B8B-0772-7C28-4FFFC8614883}"/>
              </a:ext>
            </a:extLst>
          </p:cNvPr>
          <p:cNvSpPr txBox="1"/>
          <p:nvPr/>
        </p:nvSpPr>
        <p:spPr>
          <a:xfrm>
            <a:off x="1846506" y="4575644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vector_math</a:t>
            </a:r>
            <a:endParaRPr kumimoji="1" lang="ja-JP" altLang="en-US" sz="32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FD9331-4014-D3F5-8294-940150DDD0BF}"/>
              </a:ext>
            </a:extLst>
          </p:cNvPr>
          <p:cNvSpPr txBox="1"/>
          <p:nvPr/>
        </p:nvSpPr>
        <p:spPr>
          <a:xfrm>
            <a:off x="1846507" y="3990869"/>
            <a:ext cx="9763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/>
              <a:t>shared_preferences</a:t>
            </a:r>
            <a:endParaRPr kumimoji="1" lang="ja-JP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4239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05fe17-d65b-40a4-b68e-9ee8fe11f43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7FEDDC9DC97440BA0F6A48ADFE26B5" ma:contentTypeVersion="13" ma:contentTypeDescription="新しいドキュメントを作成します。" ma:contentTypeScope="" ma:versionID="4b599adef0515f8cbefb6273f2f95265">
  <xsd:schema xmlns:xsd="http://www.w3.org/2001/XMLSchema" xmlns:xs="http://www.w3.org/2001/XMLSchema" xmlns:p="http://schemas.microsoft.com/office/2006/metadata/properties" xmlns:ns3="b905fe17-d65b-40a4-b68e-9ee8fe11f43a" xmlns:ns4="1f4001e7-082c-414c-8403-86384946270a" targetNamespace="http://schemas.microsoft.com/office/2006/metadata/properties" ma:root="true" ma:fieldsID="ef45a8407e086e362c7a045e9d6c797a" ns3:_="" ns4:_="">
    <xsd:import namespace="b905fe17-d65b-40a4-b68e-9ee8fe11f43a"/>
    <xsd:import namespace="1f4001e7-082c-414c-8403-8638494627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5fe17-d65b-40a4-b68e-9ee8fe11f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001e7-082c-414c-8403-86384946270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361497-CA1D-44D9-84AF-58C56168E4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0EB8B3-5775-4D0A-BCCF-6327A205EF30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b905fe17-d65b-40a4-b68e-9ee8fe11f43a"/>
    <ds:schemaRef ds:uri="http://schemas.microsoft.com/office/infopath/2007/PartnerControls"/>
    <ds:schemaRef ds:uri="1f4001e7-082c-414c-8403-86384946270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7F21049-7285-4BFF-AE6F-669859217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05fe17-d65b-40a4-b68e-9ee8fe11f43a"/>
    <ds:schemaRef ds:uri="1f4001e7-082c-414c-8403-8638494627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151</Words>
  <Application>Microsoft Office PowerPoint</Application>
  <PresentationFormat>ワイド画面</PresentationFormat>
  <Paragraphs>39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村田 聖希(zeal23410141)</dc:creator>
  <cp:lastModifiedBy>村田 聖希(zeal23410141)</cp:lastModifiedBy>
  <cp:revision>3</cp:revision>
  <dcterms:created xsi:type="dcterms:W3CDTF">2026-01-21T03:01:25Z</dcterms:created>
  <dcterms:modified xsi:type="dcterms:W3CDTF">2026-05-13T07:20:19Z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0x010100167FEDDC9DC97440BA0F6A48ADFE26B5</vt:lpwstr>
  </property>
</Properties>
</file>